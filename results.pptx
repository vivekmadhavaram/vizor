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9900FF"/>
    <a:srgbClr val="FF0000"/>
    <a:srgbClr val="FF6600"/>
    <a:srgbClr val="0000FF"/>
    <a:srgbClr val="999397"/>
    <a:srgbClr val="00FF00"/>
    <a:srgbClr val="FFFFFF"/>
    <a:srgbClr val="C00000"/>
    <a:srgbClr val="C2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C380-1333-1936-301D-B4A0B4C37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1E64A-D3B1-B522-A2B5-61C28304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A9D2-3B8E-B106-B0AF-5F65510F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76D9-F8F6-7ACB-4585-F9D43E4F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381BB-9C6D-A1C0-AB82-7D075A9C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3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F5F5-9D2B-ECC1-87D9-28FBF7E7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FAB89-FD8C-DDF3-DB9C-72160B8A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94D0E-939D-46F9-814A-875336C9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B417E-04C3-96D4-5629-DCC93245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5DEB-1A74-89B9-7A60-814AF8A1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95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B90E-2A5C-482A-F96F-8B9DB9A6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0ED4E-A901-9C56-EDA1-E82711284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BA8A9-4733-0013-5F45-2541A1D3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7598D-F611-B295-F923-AFD7629C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D9A5-C954-26CD-75F9-5EAD91AD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0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1EB8-596F-C94E-BC1C-911B227D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00A7-CCB0-F200-BBD7-22B6E8D2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7D0D9-6F49-8D6B-1CAF-5221F7563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709AA-0751-EC9F-9A5E-B5F8111C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B052B-CACD-87B8-00DE-408EA408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F15CA-22D6-4952-04C5-D5E6CC5A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1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F44A-D280-3E59-61B8-04756965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B811-2B18-CAF7-30D8-9F52B97D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236C7-FA8E-274B-EF5F-C5D19640E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E27A1-43B3-49FC-E5AD-C30930EAE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675F71-9447-012F-7057-496CB3DDD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867AF-1DC2-0222-F2A9-1927EF0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0CAD5-DA6A-235E-905A-458A220E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55A87-E9F7-D69B-E679-5E0971D8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27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9E5E-2665-D97D-21DA-0DF95A3A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DC419-19F0-DCC4-9F6D-017D8E08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240A8-0AF8-98F6-66EF-E9940ACB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64F41-5452-37C8-83B3-E226392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22169-A1AC-EAE5-2E01-FC1D3D44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22C73-F523-353F-B2BD-C59EFABE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D07C8-F17D-F861-EBFA-1E15F99B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3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9FAB-882E-EA8F-B6A5-3156F0685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673CB-858B-9385-5FB5-1246B687C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DCF63-535B-3EE0-E0D9-8C63B9521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0E16E-6BC6-17A2-48A4-035F79E5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BA8E1-1B5B-7A5E-BF18-884B4C38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E16E2-030B-14A4-6620-931C6657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71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F9E7-B79B-874A-0D14-7DF7A4C4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6A978-0760-9C32-00BA-07CD996DA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BCD20-D5D4-123F-4684-E2E51A73A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ACA49-145C-2C19-C209-CF520F65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118D8-E8C8-A1A0-D93D-892727F0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0FF7A-620D-CFBA-490B-BDC790EA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6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83B0-EF79-50D8-4C3D-D4EAF817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2ED3A-0035-905A-C61C-1F7454DBA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292B-35B4-37BF-013A-B7D0A287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3008-43C9-B5FC-0FEA-64A5F73F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0F329-61C1-1016-CE41-A8BA696A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3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81A36-4FC2-2FD4-D557-8C14C9A19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54BEA-2014-2973-DDD6-BB7E267BD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7D0C8-7FFE-FAE3-C7CC-05855623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A4ABB-B9AB-C78F-3D7D-3DC529BF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9566-F785-8CE0-0954-3F604DF1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9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E8F5E-935D-43E1-E883-36DB786D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172FF-D663-24EB-6A1A-5AB573021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BB93E-E417-D702-E3DE-4AFAABBCD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A7985-481C-4C57-8604-86FC42AE06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368EC-ED9E-E793-F436-3A74B9E61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78D6D-0190-B0E1-2B42-FF2396F66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82B4C-9B69-425B-8E2E-4A3365B11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74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2CD13C-5661-D642-799F-0B6EC4EF3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93668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Pair of objects lying beside each 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0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IN" sz="1800" kern="1200" dirty="0">
                          <a:solidFill>
                            <a:srgbClr val="873A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chairs that are near each other with a distance of 0.74, indicating they are positioned beside each other.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169446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5FC91E2-F6AD-7F61-C87C-518AFAAB49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1" t="1644" r="27" b="-1"/>
          <a:stretch/>
        </p:blipFill>
        <p:spPr bwMode="auto">
          <a:xfrm>
            <a:off x="1663014" y="2421214"/>
            <a:ext cx="2602499" cy="22294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2FA563-B233-6B25-F45C-5223392A4E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" t="1745" r="2804"/>
          <a:stretch/>
        </p:blipFill>
        <p:spPr bwMode="auto">
          <a:xfrm>
            <a:off x="4341366" y="2511131"/>
            <a:ext cx="2627404" cy="183573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1200B8-719B-9E60-10A4-E08FF8AE3E1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" t="2140" r="1102" b="1"/>
          <a:stretch/>
        </p:blipFill>
        <p:spPr bwMode="auto">
          <a:xfrm>
            <a:off x="7098818" y="2511131"/>
            <a:ext cx="2656694" cy="183573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5519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AAE3-5437-60D9-4005-6DCCE292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E797DC-B26F-8373-2CDB-8E2F05A99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773163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object with the most pillows on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rgbClr val="5909E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17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which is a couch, has three pillows (objects </a:t>
                      </a:r>
                      <a:r>
                        <a:rPr lang="en-IN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1" kern="1200" dirty="0">
                          <a:solidFill>
                            <a:srgbClr val="FF4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IN" sz="1800" b="1" kern="1200" dirty="0">
                          <a:solidFill>
                            <a:srgbClr val="FF99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near or on top of it. No other object in the scene has more than one pillow associated with it.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39939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84FFFA3-90CF-BEE7-6CC4-183D312A70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6" t="2253" r="-55" b="1"/>
          <a:stretch/>
        </p:blipFill>
        <p:spPr bwMode="auto">
          <a:xfrm>
            <a:off x="1648542" y="2566649"/>
            <a:ext cx="2649746" cy="17247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72C9B-B934-8411-4CC0-A9F14BAA9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9" y="2682807"/>
            <a:ext cx="2649746" cy="149238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1BA7E4-4DCB-A59A-264F-C32B947594D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r="1"/>
          <a:stretch/>
        </p:blipFill>
        <p:spPr bwMode="auto">
          <a:xfrm>
            <a:off x="7033336" y="2682805"/>
            <a:ext cx="2681661" cy="1492385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531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F297-DC2A-1E1F-C5D7-CE75C9D1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EA56FF-8C74-0201-530E-3448FE759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513198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nearest place where I can put down my coffee mug when I enter the room?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nearest place to put down a coffee mug when entering the room is typically a table. In this scene, </a:t>
                      </a:r>
                      <a:r>
                        <a:rPr lang="en-IN" sz="1800" b="1" kern="1200" dirty="0">
                          <a:solidFill>
                            <a:srgbClr val="99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2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 likely positioned near an </a:t>
                      </a:r>
                      <a:r>
                        <a:rPr lang="en-IN" sz="1800" b="1" kern="12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entrance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provides a surface for placing items like a coffee mug.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136011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3AF5C96-77CA-90DD-2B85-4CBF0036BC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2" t="5078"/>
          <a:stretch/>
        </p:blipFill>
        <p:spPr bwMode="auto">
          <a:xfrm>
            <a:off x="1649739" y="2617814"/>
            <a:ext cx="2619932" cy="16223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03E6B3-2A35-73F2-441D-3968724DB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167" y="2680230"/>
            <a:ext cx="2702475" cy="1497537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904B2-026E-5EF4-1CB2-0B910E2694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642" y="2680229"/>
            <a:ext cx="2728798" cy="14975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758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AD1F-5C04-68ED-6119-DE5E3156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471A57-8361-2D80-1693-926A316B1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139414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Something to sit on other than a chair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11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a couch, which provides seating for multiple people and can be used as an alternative to </a:t>
                      </a:r>
                      <a:r>
                        <a:rPr lang="en-IN" sz="1800" b="1" kern="1200" dirty="0">
                          <a:solidFill>
                            <a:srgbClr val="00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chairs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sitting.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653928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751701BE-2CD2-441B-7810-3DD94AA6F9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r="-223"/>
          <a:stretch/>
        </p:blipFill>
        <p:spPr bwMode="auto">
          <a:xfrm>
            <a:off x="1653192" y="2719379"/>
            <a:ext cx="2673002" cy="15833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8D68B3-B47E-6F5A-D339-8F8A76CA1B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" t="1090" r="2339"/>
          <a:stretch/>
        </p:blipFill>
        <p:spPr bwMode="auto">
          <a:xfrm>
            <a:off x="4393572" y="2512522"/>
            <a:ext cx="2615476" cy="18329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44B48B-24F9-410F-30CC-D8EF34B7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" b="-1"/>
          <a:stretch/>
        </p:blipFill>
        <p:spPr bwMode="auto">
          <a:xfrm>
            <a:off x="7076426" y="2544398"/>
            <a:ext cx="2615476" cy="176920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407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283A-AD14-FE7A-2848-B4282B28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776BD9-AD38-396F-FDA2-E1E214958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683446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table is positioned closer to the sofa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coffee table with </a:t>
                      </a:r>
                      <a:r>
                        <a:rPr lang="en-IN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ID 5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 positioned closer to the sofa (</a:t>
                      </a:r>
                      <a:r>
                        <a:rPr lang="en-IN" sz="18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ID 14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at a distance of 1.59, compared to other tables.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824869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21F5E92-FCA9-5661-E434-7625147AAE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2" t="2075" b="1"/>
          <a:stretch/>
        </p:blipFill>
        <p:spPr bwMode="auto">
          <a:xfrm>
            <a:off x="1660996" y="2110655"/>
            <a:ext cx="2575674" cy="26366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952432-4DFE-C138-F38A-D73F8D6D61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/>
          <a:stretch/>
        </p:blipFill>
        <p:spPr bwMode="auto">
          <a:xfrm>
            <a:off x="4321288" y="2702160"/>
            <a:ext cx="2682293" cy="14536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7D15E-85C4-BDED-ECAB-A572F6DF613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" t="1365" r="925" b="1778"/>
          <a:stretch/>
        </p:blipFill>
        <p:spPr bwMode="auto">
          <a:xfrm>
            <a:off x="7088199" y="2702159"/>
            <a:ext cx="2629198" cy="1453679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1565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E562-3C36-146E-BB10-D950725E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701385-EB2F-5F2D-44D2-AB4D810C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467304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farthest chair, trashcan 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farthest chair-trashcan pair is between </a:t>
                      </a:r>
                      <a:r>
                        <a:rPr lang="en-IN" sz="1800" b="1" kern="1200" dirty="0">
                          <a:solidFill>
                            <a:srgbClr val="99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 chair) and </a:t>
                      </a:r>
                      <a:r>
                        <a:rPr lang="en-IN" sz="1800" b="1" kern="1200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3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 recycling bin) with a distance of 2.022.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24909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C71CB8C-3DC1-A1B5-9FC4-D4697D0504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34" t="2527" b="1"/>
          <a:stretch/>
        </p:blipFill>
        <p:spPr bwMode="auto">
          <a:xfrm>
            <a:off x="1735814" y="2192013"/>
            <a:ext cx="2560884" cy="2638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3BBF8-96D3-7DA6-DB13-B3E787EA4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48" y="2608549"/>
            <a:ext cx="2619774" cy="1815968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E68E4D-98D7-F218-5C26-966E23D3CA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72" y="2608549"/>
            <a:ext cx="2583660" cy="18159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29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6A3B-8E8D-516D-62E2-026DAD19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B4F89-7AA9-39D9-BB47-D0A2578DB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84528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need to find some object to gift. Which one will be best in this room? </a:t>
                      </a:r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picture (</a:t>
                      </a:r>
                      <a:r>
                        <a:rPr lang="en-IN" sz="1800" b="1" kern="1200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7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is a decorative art piece with black and white color, which makes it an elegant choice for gifting. Its aesthetic appeal as a decorative item makes it suitable for various settings.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04999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FB9BCE1-A24C-0933-36B8-DEF86093A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2" t="2075" b="1"/>
          <a:stretch/>
        </p:blipFill>
        <p:spPr bwMode="auto">
          <a:xfrm>
            <a:off x="1700324" y="2100061"/>
            <a:ext cx="2596371" cy="26578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CA3501-AA15-E5F5-6C6B-021FF03F61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" t="1365" r="925" b="1778"/>
          <a:stretch/>
        </p:blipFill>
        <p:spPr bwMode="auto">
          <a:xfrm>
            <a:off x="4400976" y="2711272"/>
            <a:ext cx="2596239" cy="1435456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614E2F-3CBB-C632-3272-C9F8BC36EEB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/>
          <a:stretch/>
        </p:blipFill>
        <p:spPr bwMode="auto">
          <a:xfrm>
            <a:off x="7056925" y="2711272"/>
            <a:ext cx="2640809" cy="1435456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643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94CE-E943-5031-823C-EC92BD07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A2603E-14B7-04E3-3A26-A9D83AA75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09993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is the bad object for sitting on it?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Objects suitable for sitting are typically chairs and couches. The objects that are not designed or intended for sitting include recycling bins (</a:t>
                      </a:r>
                      <a:r>
                        <a:rPr lang="en-IN" sz="18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2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IN" sz="1800" b="1" kern="1200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doors (</a:t>
                      </a:r>
                      <a:r>
                        <a:rPr lang="en-IN" sz="1800" b="1" kern="1200" dirty="0">
                          <a:solidFill>
                            <a:srgbClr val="00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7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0599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84EB279-02E8-6E8E-5781-57EDED315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2" r="2324" b="-42"/>
          <a:stretch/>
        </p:blipFill>
        <p:spPr bwMode="auto">
          <a:xfrm>
            <a:off x="1647027" y="2127904"/>
            <a:ext cx="2639838" cy="27543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70ABEF-C952-578E-C785-535967906B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65" y="2556196"/>
            <a:ext cx="2721976" cy="1897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40324C-A2A7-C58F-52C0-7544726F93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841" y="2556195"/>
            <a:ext cx="2710988" cy="18978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321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62D7-7212-30EA-299D-72C0C681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D8699C-4136-F181-7AF5-AC88E77B9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626263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can I sit so that I have a clear view of picture in front of me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Objects 14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a couch, which provide seating. It has picture (</a:t>
                      </a:r>
                      <a:r>
                        <a:rPr lang="en-IN" sz="1800" b="1" kern="1200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7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positioned in front, allowing for a clear view.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296532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0B63151-CA8F-548B-611C-3E4C81A01F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2" t="2075" b="1"/>
          <a:stretch/>
        </p:blipFill>
        <p:spPr bwMode="auto">
          <a:xfrm>
            <a:off x="1660996" y="2072962"/>
            <a:ext cx="2649314" cy="27120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4B8F69-3DFC-974D-74A9-5748DCD582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/>
          <a:stretch/>
        </p:blipFill>
        <p:spPr bwMode="auto">
          <a:xfrm>
            <a:off x="4310310" y="2698472"/>
            <a:ext cx="2695901" cy="14610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B5D4CA-0B54-5925-210D-56A9C2F0E0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76813" y="2698472"/>
            <a:ext cx="2657542" cy="146105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857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6226-F026-7757-6732-B77C064E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4A1212-47C2-B738-E661-6A2EF00DF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523634"/>
              </p:ext>
            </p:extLst>
          </p:nvPr>
        </p:nvGraphicFramePr>
        <p:xfrm>
          <a:off x="1" y="1820878"/>
          <a:ext cx="12051929" cy="4100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154">
                  <a:extLst>
                    <a:ext uri="{9D8B030D-6E8A-4147-A177-3AD203B41FA5}">
                      <a16:colId xmlns:a16="http://schemas.microsoft.com/office/drawing/2014/main" val="2190580177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05133339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9385553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01003673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402828757"/>
                    </a:ext>
                  </a:extLst>
                </a:gridCol>
              </a:tblGrid>
              <a:tr h="3380386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can I sit that is farthest from the trash can?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objects used for seating are chairs (</a:t>
                      </a:r>
                      <a:r>
                        <a:rPr lang="en-IN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0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IN" sz="1800" b="1" kern="1200" dirty="0">
                          <a:solidFill>
                            <a:srgbClr val="99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a couch (</a:t>
                      </a:r>
                      <a:r>
                        <a:rPr lang="en-IN" sz="1800" b="1" kern="12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11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Among the seating options, the couch is farthest from both recycling bins with distances of 1.094 and 1.4 respectively.</a:t>
                      </a:r>
                    </a:p>
                  </a:txBody>
                  <a:tcPr marL="11430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07733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Partial Scene 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ConceptGraphs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VIZOR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rgbClr val="76717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1674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BD7A70-964E-6343-B029-78D4D8AA1D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5" t="794" b="1"/>
          <a:stretch/>
        </p:blipFill>
        <p:spPr bwMode="auto">
          <a:xfrm>
            <a:off x="1726380" y="2027812"/>
            <a:ext cx="2550651" cy="29665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C4C861-9035-0FF8-3952-110AFB858B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4" y="2517802"/>
            <a:ext cx="2629046" cy="1822395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596C1C-8C5E-6DF4-A600-3DEFF48241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05" y="2517802"/>
            <a:ext cx="2592804" cy="18223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838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518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vardhan</dc:creator>
  <cp:lastModifiedBy>vivek vardhan</cp:lastModifiedBy>
  <cp:revision>4</cp:revision>
  <dcterms:created xsi:type="dcterms:W3CDTF">2025-11-18T02:44:41Z</dcterms:created>
  <dcterms:modified xsi:type="dcterms:W3CDTF">2025-11-20T15:36:39Z</dcterms:modified>
</cp:coreProperties>
</file>